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E44E-FD6D-462B-8266-3789853D8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D0CF1-CDF3-479D-89F7-559681F2D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637EF-BEEC-4333-9015-4184AD38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DFABB-3720-4C68-B40A-51B3368F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C5942-37FE-4B41-B271-1252D095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4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6839-ABB3-492E-B3D9-7D7B171C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AF75E-669A-4EB1-AA21-FAC1C605A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1AB84-3A3C-49EE-8064-2DE17122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A5642-E431-4B3F-820E-B695CD7B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49E3-5844-4201-A29D-583AB138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79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85E9-A3A8-4FFB-9CB9-7D948190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33B8A-86EF-4EF4-89F0-A991CBF47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C8CC0-77EC-4F54-9A52-DB8FBBE7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D0A9D-D972-4CEE-92BD-A229EA999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EB970-E127-4146-A200-E74371AE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400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86A6-4278-47FF-94BC-2B271C7A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9F7D-BEC1-46BD-A031-4CCC3F87B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69BE2-61B5-4737-AF2D-8C63E3E7D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1F991-0A8C-421B-AADF-0BACD3FE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4BF84-F2EC-4602-B4B0-8A88CA13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4127B-9640-446C-92DC-C603AE71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05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43DB9-D602-4AFF-83A4-E227E9E5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98581-359D-4EB0-AF35-0D1B2C565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EF462-32CB-4D77-B8F2-44D4F9513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C65F2-B074-4DB7-A131-74080DBC5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16BF30-0F47-449F-9B74-BE19BDAC2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ECAE8-2B50-4877-B49A-42EADD7F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FA878-7819-41F8-8380-9A635A93C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86F9F-A398-47CF-95FC-7A29A414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309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9E86-0208-4AAF-B676-DE09E745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184B8-2C11-4E54-9D8F-0F6D1AB5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CA40A-6DC5-4665-AC4D-265E7E25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3418A-920F-4531-BC47-C1CA37F2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47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C4F0D-1C18-4916-954F-9BB32678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A5A0B-F5A9-41DF-9718-73D1D6674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B6B38-B2E9-468E-AFD4-C24557CD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99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3AD7-CCDC-4F86-AFCC-45D5853D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05FD-B2C2-45C7-AA08-712C5AFD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10D83-5289-4715-97F2-C0310B2A4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538C0-7752-451D-9D8F-68754946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D1342-F8B8-4630-9C99-2D0509E6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EE208-3B3A-4748-8802-93732D6E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74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AA1C-75E6-420F-B54E-701F4E10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23491E-B388-4E7B-ABBA-6517FD1BF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9548D-9E72-4D48-9ED8-350AB7B34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C5655-D3F6-4C6A-A9B9-6C0EB31B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29530-F336-415B-8D29-DC8CA6B9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33AA4-544A-49DB-BDC4-3B9B287F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55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625C-9A1A-4604-93E3-FAAC57B8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13C71-2D4C-45FE-B658-7ECF8FBC4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64BCA-B1B5-4E2B-AE3D-261DE657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3A52E-73D9-4FC3-9E54-4E591D69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A9DB5-726D-40B2-A5EE-2878117D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593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83C6F-C71A-4901-9B18-B1A89CAF3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97BE1-9C66-49BC-B2D2-7B41D40A6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8364C-D17F-4E0C-8821-E13984DF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E532B-6949-4F54-BF20-B84233C1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2393C-AAF8-4CBD-9F19-B2ADCA2EC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99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0EDF4F-C63C-4D73-8EA3-F4568977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89356-5199-40D6-B813-BD0E44BBD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D46DD-74F1-401B-AA8D-CA19F7018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A9A42-AE58-4F60-8FA0-76148FA288DA}" type="datetimeFigureOut">
              <a:rPr lang="en-GB" smtClean="0"/>
              <a:t>22/03/2021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9840B-6CF9-441B-AE67-A17692273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6020B-6703-412D-B991-1E429EE86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00921-93CE-479D-8613-1A19437B4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7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 with low confidence">
            <a:extLst>
              <a:ext uri="{FF2B5EF4-FFF2-40B4-BE49-F238E27FC236}">
                <a16:creationId xmlns:a16="http://schemas.microsoft.com/office/drawing/2014/main" id="{5ADDE590-2A42-4956-A5F7-4C897E655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" y="457200"/>
            <a:ext cx="2695575" cy="2695575"/>
          </a:xfrm>
          <a:prstGeom prst="rect">
            <a:avLst/>
          </a:prstGeom>
        </p:spPr>
      </p:pic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73F43B2C-9661-4D9D-B3C0-F2958EE9E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650" y="457200"/>
            <a:ext cx="26955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E4DA66-283B-47BA-AA30-D1B867B10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742" y="814842"/>
            <a:ext cx="404358" cy="4043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4038B1-DBB3-4DFB-8D3C-03DE2D46A084}"/>
              </a:ext>
            </a:extLst>
          </p:cNvPr>
          <p:cNvSpPr txBox="1"/>
          <p:nvPr/>
        </p:nvSpPr>
        <p:spPr>
          <a:xfrm>
            <a:off x="1943100" y="832355"/>
            <a:ext cx="1168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webserver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88017-D933-4AEF-AE5B-D4CAB244D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357767"/>
            <a:ext cx="404358" cy="4043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427E23-7C14-412B-9CDC-A944A5F1C882}"/>
              </a:ext>
            </a:extLst>
          </p:cNvPr>
          <p:cNvSpPr txBox="1"/>
          <p:nvPr/>
        </p:nvSpPr>
        <p:spPr>
          <a:xfrm>
            <a:off x="2347458" y="1372379"/>
            <a:ext cx="916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website</a:t>
            </a:r>
          </a:p>
        </p:txBody>
      </p:sp>
      <p:pic>
        <p:nvPicPr>
          <p:cNvPr id="6" name="Picture 5" descr="Shape&#10;&#10;Description automatically generated with low confidence">
            <a:extLst>
              <a:ext uri="{FF2B5EF4-FFF2-40B4-BE49-F238E27FC236}">
                <a16:creationId xmlns:a16="http://schemas.microsoft.com/office/drawing/2014/main" id="{675B87B7-9795-423E-B5F1-7EA8C1F55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1811519"/>
            <a:ext cx="404359" cy="404359"/>
          </a:xfrm>
          <a:prstGeom prst="rect">
            <a:avLst/>
          </a:prstGeom>
        </p:spPr>
      </p:pic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8CB520A5-9F78-4DC2-8708-FF67D18B8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99" y="2296400"/>
            <a:ext cx="404359" cy="404359"/>
          </a:xfrm>
          <a:prstGeom prst="rect">
            <a:avLst/>
          </a:prstGeom>
        </p:spPr>
      </p:pic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C2A9E12C-5003-4E0C-9AD0-19A4532B5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99" y="2786952"/>
            <a:ext cx="404359" cy="4043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C0EB9F-4134-400B-9EE9-DD972A2E776F}"/>
              </a:ext>
            </a:extLst>
          </p:cNvPr>
          <p:cNvSpPr txBox="1"/>
          <p:nvPr/>
        </p:nvSpPr>
        <p:spPr>
          <a:xfrm>
            <a:off x="2347457" y="1847574"/>
            <a:ext cx="2130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docker-compose.yml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A6B40-92B3-4010-8176-89FD767F0D9F}"/>
              </a:ext>
            </a:extLst>
          </p:cNvPr>
          <p:cNvSpPr txBox="1"/>
          <p:nvPr/>
        </p:nvSpPr>
        <p:spPr>
          <a:xfrm>
            <a:off x="2347457" y="2308066"/>
            <a:ext cx="113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Dockerfile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0A84B-B29E-48B8-A777-0839C9537E18}"/>
              </a:ext>
            </a:extLst>
          </p:cNvPr>
          <p:cNvSpPr txBox="1"/>
          <p:nvPr/>
        </p:nvSpPr>
        <p:spPr>
          <a:xfrm>
            <a:off x="2347457" y="2804465"/>
            <a:ext cx="1153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nginx.conf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616FA-E23D-4AE1-9A23-71E65502FADF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1740921" y="1219200"/>
            <a:ext cx="0" cy="17699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82C123-4F8A-43AB-8311-B265B6F6CAF2}"/>
              </a:ext>
            </a:extLst>
          </p:cNvPr>
          <p:cNvCxnSpPr>
            <a:stCxn id="4" idx="1"/>
          </p:cNvCxnSpPr>
          <p:nvPr/>
        </p:nvCxnSpPr>
        <p:spPr>
          <a:xfrm flipH="1">
            <a:off x="1740921" y="1559946"/>
            <a:ext cx="2021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6420F1-47A9-48EF-91C5-6623BDE33F23}"/>
              </a:ext>
            </a:extLst>
          </p:cNvPr>
          <p:cNvCxnSpPr/>
          <p:nvPr/>
        </p:nvCxnSpPr>
        <p:spPr>
          <a:xfrm flipH="1">
            <a:off x="1740920" y="2989131"/>
            <a:ext cx="2021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ACAC40-0D90-48BB-A9A5-EA2D9B3F72DE}"/>
              </a:ext>
            </a:extLst>
          </p:cNvPr>
          <p:cNvCxnSpPr/>
          <p:nvPr/>
        </p:nvCxnSpPr>
        <p:spPr>
          <a:xfrm flipH="1">
            <a:off x="1755610" y="2032240"/>
            <a:ext cx="2021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8C4611-F057-4EBB-83AF-FDE5481ED547}"/>
              </a:ext>
            </a:extLst>
          </p:cNvPr>
          <p:cNvCxnSpPr/>
          <p:nvPr/>
        </p:nvCxnSpPr>
        <p:spPr>
          <a:xfrm flipH="1">
            <a:off x="1743667" y="2492732"/>
            <a:ext cx="2021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30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AFE142-EEFD-4756-805E-85D6A982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24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3E4BB3-B3C9-417F-8BCF-31CCED90B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2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CB3CA-7DC3-4FCC-AF58-91CE1E58B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130244-5F28-43E4-BC19-8F6AAB554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3C53CA-58ED-4C71-8C4D-8EBD738A8D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92" t="9191" r="71456" b="87111"/>
          <a:stretch/>
        </p:blipFill>
        <p:spPr>
          <a:xfrm>
            <a:off x="2352040" y="630315"/>
            <a:ext cx="1128007" cy="2536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7B8667-E3F2-41A1-8BDA-28C05801E2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625" t="19481" r="43792" b="76889"/>
          <a:stretch/>
        </p:blipFill>
        <p:spPr>
          <a:xfrm>
            <a:off x="5562601" y="1336040"/>
            <a:ext cx="1290320" cy="248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844AF2-07C7-4378-ADCD-EB0142D8B8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458" t="29482" r="18208" b="66147"/>
          <a:stretch/>
        </p:blipFill>
        <p:spPr>
          <a:xfrm>
            <a:off x="8834119" y="2021840"/>
            <a:ext cx="1137921" cy="29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7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61E00B-441B-4545-9837-1C9269EAAF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24" t="3623" r="5340" b="21554"/>
          <a:stretch/>
        </p:blipFill>
        <p:spPr>
          <a:xfrm>
            <a:off x="514904" y="248575"/>
            <a:ext cx="11026067" cy="513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3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339E13-50D5-46E7-8B5F-334B8F3DE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302" y="433618"/>
            <a:ext cx="5048250" cy="4286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90B74-B030-4DE3-8ECF-A519A161A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9" y="0"/>
            <a:ext cx="4199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0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9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(s) Reece Davies</dc:creator>
  <cp:lastModifiedBy>(s) Reece Davies</cp:lastModifiedBy>
  <cp:revision>17</cp:revision>
  <dcterms:created xsi:type="dcterms:W3CDTF">2021-03-15T17:08:37Z</dcterms:created>
  <dcterms:modified xsi:type="dcterms:W3CDTF">2021-03-22T12:27:55Z</dcterms:modified>
</cp:coreProperties>
</file>